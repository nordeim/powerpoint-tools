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Bitcoin dropped from 20K to below 5K. This report analyzes the key drivers behind this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takeaway: The downturn is multi-factorial, not driven by a single event. Monitor institutional flows and Fed policy for recovery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Conclusion: Recovery depends on renewed inflows and global risk sentiment stabilization. November historically strong for BTC.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Bitcoin Market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of Recent Price Downturn —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Causes of the Downturn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Panic Selling: Short-term holders sold at loss</a:t>
            </a:r>
          </a:p>
          <a:p>
            <a:pPr>
              <a:defRPr sz="1800"/>
            </a:pPr>
            <a:r>
              <a:t>dropping BTC from 20K to below 5K</a:t>
            </a:r>
          </a:p>
          <a:p>
            <a:pPr>
              <a:defRPr sz="1800"/>
            </a:pPr>
            <a:r>
              <a:t>Liquidity Crunch: Market depth fell from 00M to 35M</a:t>
            </a:r>
          </a:p>
          <a:p>
            <a:pPr>
              <a:defRPr sz="1800"/>
            </a:pPr>
            <a:r>
              <a:t>increasing volatility</a:t>
            </a:r>
          </a:p>
          <a:p>
            <a:pPr>
              <a:defRPr sz="1800"/>
            </a:pPr>
            <a:r>
              <a:t>Macro Uncertainty: Fed caution on rate cuts rattled risk asset investors</a:t>
            </a:r>
          </a:p>
          <a:p>
            <a:pPr>
              <a:defRPr sz="1800"/>
            </a:pPr>
            <a:r>
              <a:t>Institutional Slowdown: Net purchases fell below daily mined supply for first time in 7 months</a:t>
            </a:r>
          </a:p>
          <a:p>
            <a:pPr>
              <a:defRPr sz="1800"/>
            </a:pPr>
            <a:r>
              <a:t>Technical Breakdown: 00K support breach triggered retail panic and extreme fear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Seasonal Cycles: November historically strong; current correction may be healthy reset</a:t>
            </a:r>
          </a:p>
          <a:p>
            <a:pPr>
              <a:defRPr sz="1800"/>
            </a:pPr>
            <a:r>
              <a:t>On-Chain Data: Coins moving from dormant wallets to exchanges = capitulation by weaker hands</a:t>
            </a:r>
          </a:p>
          <a:p>
            <a:pPr>
              <a:defRPr sz="1800"/>
            </a:pPr>
            <a:r>
              <a:t>ETF Flows: Net inflows from traditional finance channels have slowed</a:t>
            </a:r>
          </a:p>
          <a:p>
            <a:pPr>
              <a:defRPr sz="1800"/>
            </a:pPr>
            <a:r>
              <a:t>Analyst View: Many believe this clears leveraged positions before possible rebound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Data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Impact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Price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$120K → $95K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-20.8%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Market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$700M → $535M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-23.6%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Institutional Buying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Below mined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Bearish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Market 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Extreme Fear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Panic exits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November Outlook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Historically 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Potential rebound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The sharp Bitcoin price downturn is not the result of a single factor but rather the intersection of:</a:t>
            </a:r>
          </a:p>
          <a:p/>
          <a:p>
            <a:r>
              <a:t>• Macro headwinds (Fed rate caution, trade war fears)</a:t>
            </a:r>
          </a:p>
          <a:p>
            <a:r>
              <a:t>• Liquidity crunch (thinner order books)</a:t>
            </a:r>
          </a:p>
          <a:p>
            <a:r>
              <a:t>• Waning institutional demand</a:t>
            </a:r>
          </a:p>
          <a:p>
            <a:r>
              <a:t>• Technical support breakdowns (00K breach)</a:t>
            </a:r>
          </a:p>
          <a:p/>
          <a:p>
            <a:r>
              <a:t>Renewed inflows and stabilization in global risk sentiment will be critical for a sustained recovery.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Yahoo Finance: Real Reason Behind Bitcoin's Drop</a:t>
            </a:r>
          </a:p>
          <a:p>
            <a:pPr>
              <a:defRPr sz="1800"/>
            </a:pPr>
            <a:r>
              <a:t>CNN: Bitcoin Price Crypto Stocks</a:t>
            </a:r>
          </a:p>
          <a:p>
            <a:pPr>
              <a:defRPr sz="1800"/>
            </a:pPr>
            <a:r>
              <a:t>Business Insider: Why Bitcoin Is Falling</a:t>
            </a:r>
          </a:p>
          <a:p>
            <a:pPr>
              <a:defRPr sz="1800"/>
            </a:pPr>
            <a:r>
              <a:t>The Motley Fool: Bitcoin Falls Below 5</a:t>
            </a:r>
          </a:p>
          <a:p>
            <a:pPr>
              <a:defRPr sz="1800"/>
            </a:pPr>
            <a:r>
              <a:t>000</a:t>
            </a:r>
          </a:p>
          <a:p>
            <a:pPr>
              <a:defRPr sz="1800"/>
            </a:pPr>
            <a:r>
              <a:t>CoinDesk: Is November the New October?</a:t>
            </a:r>
          </a:p>
          <a:p>
            <a:pPr>
              <a:defRPr sz="1800"/>
            </a:pPr>
            <a:r>
              <a:t>Reuters: Bitcoin Bears Dominate Odds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
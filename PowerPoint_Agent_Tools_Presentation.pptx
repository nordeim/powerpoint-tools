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Tool Distribution by Category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Tools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Creation</c:v>
                </c:pt>
                <c:pt idx="1">
                  <c:v>Slides</c:v>
                </c:pt>
                <c:pt idx="2">
                  <c:v>Shapes</c:v>
                </c:pt>
                <c:pt idx="3">
                  <c:v>Text</c:v>
                </c:pt>
                <c:pt idx="4">
                  <c:v>Images</c:v>
                </c:pt>
                <c:pt idx="5">
                  <c:v>Charts</c:v>
                </c:pt>
                <c:pt idx="6">
                  <c:v>Tables</c:v>
                </c:pt>
                <c:pt idx="7">
                  <c:v>Inspection</c:v>
                </c:pt>
                <c:pt idx="8">
                  <c:v>Validation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</c:v>
                </c:pt>
                <c:pt idx="1">
                  <c:v>4</c:v>
                </c:pt>
                <c:pt idx="2">
                  <c:v>8</c:v>
                </c:pt>
                <c:pt idx="3">
                  <c:v>4</c:v>
                </c:pt>
                <c:pt idx="4">
                  <c:v>4</c:v>
                </c:pt>
                <c:pt idx="5">
                  <c:v>5</c:v>
                </c:pt>
                <c:pt idx="6">
                  <c:v>2</c:v>
                </c:pt>
                <c:pt idx="7">
                  <c:v>5</c:v>
                </c:pt>
                <c:pt idx="8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PowerPoint Agent Tools - Opening Slide. This presentation was created entirely using CLI tools from the powerpoint-agent-tools project, demonstrating the E2E verification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features: 42+ stateless CLI tools, JSON-first I/O, 5 positioning systems, WCAG accessibility compliance, approval token governance for destructive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 v3.1.1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 v3.1.1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 v3.1.1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 v3.1.1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 v3.1.1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 v3.1.1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 v3.1.1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 v3.1.1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 v3.1.1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 v3.1.1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 v3.1.1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PowerPoint Agent Tools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Production-Grade PowerPoint Manipulation for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6309360"/>
            <a:ext cx="731501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PowerPoint Agent Tools v3.1.1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16359" y="6309360"/>
            <a:ext cx="609584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PowerPoint Agent Tools?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19169" y="1714500"/>
            <a:ext cx="9753356" cy="445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CLI-First Design</a:t>
            </a:r>
          </a:p>
          <a:p>
            <a:pPr>
              <a:defRPr sz="1800"/>
            </a:pPr>
            <a:r>
              <a:t>JSON Everywhere</a:t>
            </a:r>
          </a:p>
          <a:p>
            <a:pPr>
              <a:defRPr sz="1800"/>
            </a:pPr>
            <a:r>
              <a:t>Flexible Positioning</a:t>
            </a:r>
          </a:p>
          <a:p>
            <a:pPr>
              <a:defRPr sz="1800"/>
            </a:pPr>
            <a:r>
              <a:t>Structure-Driven</a:t>
            </a:r>
          </a:p>
          <a:p>
            <a:pPr>
              <a:defRPr sz="1800"/>
            </a:pPr>
            <a:r>
              <a:t>Validation &amp; Safety</a:t>
            </a:r>
          </a:p>
          <a:p>
            <a:pPr>
              <a:defRPr sz="1800"/>
            </a:pPr>
            <a:r>
              <a:t>Visual Design</a:t>
            </a:r>
          </a:p>
          <a:p>
            <a:pPr>
              <a:defRPr sz="1800"/>
            </a:pPr>
            <a:r>
              <a:t>Export Capabilities</a:t>
            </a:r>
          </a:p>
          <a:p>
            <a:pPr>
              <a:defRPr sz="1800"/>
            </a:pPr>
            <a:r>
              <a:t>Introspection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6309360"/>
            <a:ext cx="731501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PowerPoint Agent Tools v3.1.1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16359" y="6309360"/>
            <a:ext cx="609584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19169" y="1371600"/>
            <a:ext cx="9753356" cy="445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latin typeface="Calibri"/>
              </a:defRPr>
            </a:pPr>
            <a:r>
              <a:t>Create a professional presentation in 60 seconds:\n\n1. pip install python-pptx Pillow\n2. ppt_create_new.py --output pitch.pptx\n3. ppt_set_title.py --slide 0 --title "AI Revolution"\n4. ppt_add_chart.py --chart-type column\n5. ppt_check_accessibility.py --file pitch.pptx\n\nResult: A valid, accessible presentation created entirely via CLI.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6309360"/>
            <a:ext cx="731501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PowerPoint Agent Tools v3.1.1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16359" y="6309360"/>
            <a:ext cx="609584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Catalog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19169" y="1714500"/>
            <a:ext cx="9753356" cy="445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Creation (5 tools)</a:t>
            </a:r>
          </a:p>
          <a:p>
            <a:pPr>
              <a:defRPr sz="1800"/>
            </a:pPr>
            <a:r>
              <a:t>Slide Management (4 tools)</a:t>
            </a:r>
          </a:p>
          <a:p>
            <a:pPr>
              <a:defRPr sz="1800"/>
            </a:pPr>
            <a:r>
              <a:t>Text &amp; Content (5 tools)</a:t>
            </a:r>
          </a:p>
          <a:p>
            <a:pPr>
              <a:defRPr sz="1800"/>
            </a:pPr>
            <a:r>
              <a:t>Images &amp; Media (4 tools)</a:t>
            </a:r>
          </a:p>
          <a:p>
            <a:pPr>
              <a:defRPr sz="1800"/>
            </a:pPr>
            <a:r>
              <a:t>Visual Design (8 tools)</a:t>
            </a:r>
          </a:p>
          <a:p>
            <a:pPr>
              <a:defRPr sz="1800"/>
            </a:pPr>
            <a:r>
              <a:t>Data Visualization (5 tools)</a:t>
            </a:r>
          </a:p>
          <a:p>
            <a:pPr>
              <a:defRPr sz="1800"/>
            </a:pPr>
            <a:r>
              <a:t>Inspection &amp; Analysis (5 tools)</a:t>
            </a:r>
          </a:p>
          <a:p>
            <a:pPr>
              <a:defRPr sz="1800"/>
            </a:pPr>
            <a:r>
              <a:t>Validation &amp; Export (5 tools)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6309360"/>
            <a:ext cx="731501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PowerPoint Agent Tools v3.1.1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16359" y="6309360"/>
            <a:ext cx="609584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Flexible Positioning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584" y="1714500"/>
          <a:ext cx="10972525" cy="4457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508"/>
                <a:gridCol w="3657508"/>
                <a:gridCol w="3657509"/>
              </a:tblGrid>
              <a:tr h="742950">
                <a:tc>
                  <a:txBody>
                    <a:bodyPr/>
                    <a:lstStyle/>
                    <a:p>
                      <a:r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Best For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t>Percentage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{left:10%, top:20%}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Responsive Layouts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t>Anchor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{anchor:bottom_right}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Headers/Footers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t>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{grid_row:2, grid_col:2}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Structured Grids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t>Excel-Ref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{grid:C4}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Excel Users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t>Absolute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{left:1.5, top:2.0}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Exact Specs (Inches)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584" y="6309360"/>
            <a:ext cx="731501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PowerPoint Agent Tools v3.1.1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16359" y="6309360"/>
            <a:ext cx="609584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584" y="1714500"/>
            <a:ext cx="3047923" cy="3771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267093" y="1714500"/>
            <a:ext cx="3047923" cy="377190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Arrow 3"/>
          <p:cNvSpPr/>
          <p:nvPr/>
        </p:nvSpPr>
        <p:spPr>
          <a:xfrm>
            <a:off x="7924601" y="3086100"/>
            <a:ext cx="3657508" cy="10287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584" y="6309360"/>
            <a:ext cx="731501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PowerPoint Agent Tools v3.1.1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16359" y="6309360"/>
            <a:ext cx="609584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09584" y="1714500"/>
          <a:ext cx="10972525" cy="44577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